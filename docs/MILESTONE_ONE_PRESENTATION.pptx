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0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3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University E-Voting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Milestone One: Discovery &amp; Architecture</a:t>
            </a:r>
          </a:p>
          <a:p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🎯 Objective: Secure, accessible digital voting platform</a:t>
            </a:r>
          </a:p>
          <a:p>
            <a:pPr>
              <a:defRPr sz="1800"/>
            </a:pPr>
            <a:r>
              <a:t>📱 Mobile-first architecture with React Native</a:t>
            </a:r>
          </a:p>
          <a:p>
            <a:pPr>
              <a:defRPr sz="1800"/>
            </a:pPr>
            <a:r>
              <a:t>🔐 OTP-based authentication for voters</a:t>
            </a:r>
          </a:p>
          <a:p>
            <a:pPr>
              <a:defRPr sz="1800"/>
            </a:pPr>
            <a:r>
              <a:t>🏛️ Role-based access (Admin, Officer, Candidate, Voter)</a:t>
            </a:r>
          </a:p>
          <a:p>
            <a:pPr>
              <a:defRPr sz="1800"/>
            </a:pPr>
            <a:r>
              <a:t>📊 Real-time results and audit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✅ Voter Authentication via OTP (Email)</a:t>
            </a:r>
          </a:p>
          <a:p>
            <a:pPr>
              <a:defRPr sz="1800"/>
            </a:pPr>
            <a:r>
              <a:t>✅ Candidate Nomination &amp; Approval Workflow</a:t>
            </a:r>
          </a:p>
          <a:p>
            <a:pPr>
              <a:defRPr sz="1800"/>
            </a:pPr>
            <a:r>
              <a:t>✅ Secret Ballot with Single-use Tokens</a:t>
            </a:r>
          </a:p>
          <a:p>
            <a:pPr>
              <a:defRPr sz="1800"/>
            </a:pPr>
            <a:r>
              <a:t>✅ Real-time Vote Counting &amp; Results</a:t>
            </a:r>
          </a:p>
          <a:p>
            <a:pPr>
              <a:defRPr sz="1800"/>
            </a:pPr>
            <a:r>
              <a:t>✅ Immutable Audit Logs</a:t>
            </a:r>
          </a:p>
          <a:p>
            <a:pPr>
              <a:defRPr sz="1800"/>
            </a:pPr>
            <a:r>
              <a:t>✅ Admin Dashboard for Election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👤 Administrators - System configuration &amp; oversight</a:t>
            </a:r>
          </a:p>
          <a:p>
            <a:pPr>
              <a:defRPr sz="1800"/>
            </a:pPr>
            <a:r>
              <a:t>👤 Returning Officers - Nomination approval &amp; monitoring</a:t>
            </a:r>
          </a:p>
          <a:p>
            <a:pPr>
              <a:defRPr sz="1800"/>
            </a:pPr>
            <a:r>
              <a:t>👤 Candidates - Submit nominations &amp; manifestos</a:t>
            </a:r>
          </a:p>
          <a:p>
            <a:pPr>
              <a:defRPr sz="1800"/>
            </a:pPr>
            <a:r>
              <a:t>👤 Voters - Verify identity &amp; cast votes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Voter Journey</a:t>
            </a:r>
          </a:p>
        </p:txBody>
      </p:sp>
      <p:pic>
        <p:nvPicPr>
          <p:cNvPr id="3" name="Picture 2" descr="voter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028" y="1371600"/>
            <a:ext cx="251893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Candidate Journey</a:t>
            </a:r>
          </a:p>
        </p:txBody>
      </p:sp>
      <p:pic>
        <p:nvPicPr>
          <p:cNvPr id="3" name="Picture 2" descr="candidate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2429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&amp; Officer Journey</a:t>
            </a:r>
          </a:p>
        </p:txBody>
      </p:sp>
      <p:pic>
        <p:nvPicPr>
          <p:cNvPr id="3" name="Picture 2" descr="admin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89497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Relationship Diagram</a:t>
            </a:r>
          </a:p>
        </p:txBody>
      </p:sp>
      <p:pic>
        <p:nvPicPr>
          <p:cNvPr id="3" name="Picture 2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5596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Stack: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⚙️ Runtime: Node.js</a:t>
            </a:r>
          </a:p>
          <a:p>
            <a:pPr>
              <a:defRPr sz="1800"/>
            </a:pPr>
            <a:r>
              <a:t>🚀 Framework: Express.js</a:t>
            </a:r>
          </a:p>
          <a:p>
            <a:pPr>
              <a:defRPr sz="1800"/>
            </a:pPr>
            <a:r>
              <a:t>💾 Database: MySQL</a:t>
            </a:r>
          </a:p>
          <a:p>
            <a:pPr>
              <a:defRPr sz="1800"/>
            </a:pPr>
            <a:r>
              <a:t>🔧 ORM: Prisma</a:t>
            </a:r>
          </a:p>
          <a:p>
            <a:pPr>
              <a:defRPr sz="1800"/>
            </a:pPr>
            <a:r>
              <a:t>🔐 Authentication: JWT + Bcrypt</a:t>
            </a:r>
          </a:p>
          <a:p>
            <a:pPr>
              <a:defRPr sz="1800"/>
            </a:pPr>
            <a:r>
              <a:t>📧 Email: Nodemailer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Stack: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📱 Framework: React Native (Expo)</a:t>
            </a:r>
          </a:p>
          <a:p>
            <a:pPr>
              <a:defRPr sz="1800"/>
            </a:pPr>
            <a:r>
              <a:t>💻 Language: JavaScript</a:t>
            </a:r>
          </a:p>
          <a:p>
            <a:pPr>
              <a:defRPr sz="1800"/>
            </a:pPr>
            <a:r>
              <a:t>🔄 State Management: Context API</a:t>
            </a:r>
          </a:p>
          <a:p>
            <a:pPr>
              <a:defRPr sz="1800"/>
            </a:pPr>
            <a:r>
              <a:t>💾 Storage: AsyncStorage</a:t>
            </a:r>
          </a:p>
          <a:p>
            <a:pPr>
              <a:defRPr sz="1800"/>
            </a:pPr>
            <a:r>
              <a:t>🌐 Networking: Axios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Risk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🔒 Role-Based Access Control (RBAC)</a:t>
            </a:r>
          </a:p>
          <a:p>
            <a:pPr>
              <a:defRPr sz="1800"/>
            </a:pPr>
            <a:r>
              <a:t>🔑 Two-Factor Authentication (Reg No + OTP)</a:t>
            </a:r>
          </a:p>
          <a:p>
            <a:pPr>
              <a:defRPr sz="1800"/>
            </a:pPr>
            <a:r>
              <a:t>🎫 Single-use Ballot Tokens</a:t>
            </a:r>
          </a:p>
          <a:p>
            <a:pPr>
              <a:defRPr sz="1800"/>
            </a:pPr>
            <a:r>
              <a:t>📝 Immutable Audit Logs</a:t>
            </a:r>
          </a:p>
          <a:p>
            <a:pPr>
              <a:defRPr sz="1800"/>
            </a:pPr>
            <a:r>
              <a:t>🔐 Encrypted Password Storage (Bcrypt)</a:t>
            </a:r>
          </a:p>
          <a:p>
            <a:pPr>
              <a:defRPr sz="1800"/>
            </a:pPr>
            <a:r>
              <a:t>⚡ Rate Limiting on API endpoints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📦 Two Repositories:</a:t>
            </a:r>
          </a:p>
          <a:p>
            <a:pPr>
              <a:defRPr sz="1800"/>
            </a:pPr>
            <a:r>
              <a:t>   • Backend API: Evoting-Backend-API</a:t>
            </a:r>
          </a:p>
          <a:p>
            <a:pPr>
              <a:defRPr sz="1800"/>
            </a:pPr>
            <a:r>
              <a:t>   • Mobile App: Evoting_mobile_group3</a:t>
            </a:r>
          </a:p>
          <a:p>
            <a:pPr>
              <a:defRPr sz="1800"/>
            </a:pPr>
            <a:r>
              <a:t>🌿 Feature-branch workflow</a:t>
            </a:r>
          </a:p>
          <a:p>
            <a:pPr>
              <a:defRPr sz="1800"/>
            </a:pPr>
            <a:r>
              <a:t>✅ GitHub Actions CI/CD</a:t>
            </a:r>
          </a:p>
          <a:p>
            <a:pPr>
              <a:defRPr sz="1800"/>
            </a:pPr>
            <a:r>
              <a:t>📝 Conventional Commits</a:t>
            </a:r>
          </a:p>
          <a:p>
            <a:pPr>
              <a:defRPr sz="1800"/>
            </a:pPr>
            <a:r>
              <a:t>🧪 Automated Testing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🔐 Biometric Authentication (FaceID/TouchID)</a:t>
            </a:r>
          </a:p>
          <a:p>
            <a:pPr>
              <a:defRPr sz="1800"/>
            </a:pPr>
            <a:r>
              <a:t>⛓️ Blockchain Integration for vote hashes</a:t>
            </a:r>
          </a:p>
          <a:p>
            <a:pPr>
              <a:defRPr sz="1800"/>
            </a:pPr>
            <a:r>
              <a:t>📲 Push Notifications for real-time updates</a:t>
            </a:r>
          </a:p>
          <a:p>
            <a:pPr>
              <a:defRPr sz="1800"/>
            </a:pPr>
            <a:r>
              <a:t>🌍 Multi-language Support</a:t>
            </a:r>
          </a:p>
          <a:p>
            <a:pPr>
              <a:defRPr sz="1800"/>
            </a:pPr>
            <a:r>
              <a:t>📊 Advanced Analytics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Questions?</a:t>
            </a:r>
          </a:p>
          <a:p>
            <a:endParaRPr/>
          </a:p>
          <a:p>
            <a:r>
              <a:t>University E-Voting System</a:t>
            </a:r>
          </a:p>
          <a:p>
            <a:r>
              <a:t>Milestone One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302</Words>
  <Application>Microsoft Office PowerPoint</Application>
  <PresentationFormat>On-screen Show (4:3)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University E-Voting System</vt:lpstr>
      <vt:lpstr>Project Overview</vt:lpstr>
      <vt:lpstr>Key Features</vt:lpstr>
      <vt:lpstr>Stakeholder Mapping</vt:lpstr>
      <vt:lpstr>Voter Journey</vt:lpstr>
      <vt:lpstr>Candidate Journey</vt:lpstr>
      <vt:lpstr>Admin &amp; Officer Journey</vt:lpstr>
      <vt:lpstr>Entity Relationship Diagram</vt:lpstr>
      <vt:lpstr>Technology Stack: Backend</vt:lpstr>
      <vt:lpstr>Technology Stack: Mobile</vt:lpstr>
      <vt:lpstr>Security &amp; Risk Mitigation</vt:lpstr>
      <vt:lpstr>Development Workflow</vt:lpstr>
      <vt:lpstr>Future Plans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E-Voting System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2025-12-04T04:28:22Z</dcterms:modified>
  <cp:category/>
</cp:coreProperties>
</file>